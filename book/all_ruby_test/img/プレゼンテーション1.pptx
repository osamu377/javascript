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0" r:id="rId5"/>
    <p:sldId id="259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49FE18-6EE5-3E60-B3CC-7BD2269F53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9EC58E0-A857-1A09-6584-22DE0A76FC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C1899E-03E9-A4C4-2B93-D640840FD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DB63-1D06-498C-B2E4-4C958C00F521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FB51848-08BE-A555-3067-F5682E12E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D135BD-9E80-4CE2-A0BD-B3B860758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36FB8-7063-49F8-A354-672DAE80DE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0668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D8225E-38CD-7AF0-6701-924CACC10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AC95EAA-8E4F-AD3C-605A-4B193C4B8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543538-58A7-154C-22CE-4B7FC37BE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DB63-1D06-498C-B2E4-4C958C00F521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AEF27D-3656-0E18-0B0F-E403C6832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885F468-5359-5702-412D-1B9C2D736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36FB8-7063-49F8-A354-672DAE80DE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5222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5EE269-71F1-32A2-EDCD-4A670E690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B2E0D38-AA76-28F1-ED8E-0BB0DE47F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C6C0ACC-4923-507A-AE4F-8A800CA55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DB63-1D06-498C-B2E4-4C958C00F521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47B437-4203-CB0E-2FE4-5132220DF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0121D2-585F-8EC3-CCD1-B8F34362B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36FB8-7063-49F8-A354-672DAE80DE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3625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9FE6FE-FBB9-A3AD-B60F-60E26F102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1EC110E-0CC7-D457-E7F8-8E2AB2D2DE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C7CA44F-390C-989C-7B04-D8DE2E58AB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CF16A16-048C-2A40-198F-C409C95E3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DB63-1D06-498C-B2E4-4C958C00F521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2AAE3F6-2EFD-4088-1BD3-7B9AB0C18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104662E-EB9A-4EC5-B359-2A047B078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36FB8-7063-49F8-A354-672DAE80DE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9507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0CE036-575C-0307-7E9B-FE77BEB76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8E2ECC7-B8B1-1946-86A9-0BE767AD7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7E21187-8D80-C043-5692-FECC6B40B1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9EBEEE7-3194-76F9-790C-3C84D7D939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6B87F12-7AB9-39CB-1832-DA9C38E336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CD0CAB9-F72D-D925-2B95-99F306174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DB63-1D06-498C-B2E4-4C958C00F521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9C6F68A-CABF-4302-8093-2BC0BA175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2BA1265-FDA7-DE9F-24FC-E8D6152F6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36FB8-7063-49F8-A354-672DAE80DE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6336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A3120D-09EF-C99D-CC62-72AAF22E8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DA62221-5724-D6E6-9282-C63700D8C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DB63-1D06-498C-B2E4-4C958C00F521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A52CB1A-5CD4-DABD-827E-0A6177524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AE30DE2-36AE-35D3-88F0-06AD80CB4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36FB8-7063-49F8-A354-672DAE80DE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8589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1635655-65E4-0538-57F4-B032EFCD1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DB63-1D06-498C-B2E4-4C958C00F521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581B706-4408-4A7F-173F-23E89DF74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6635A43-F325-FB4F-E11A-FB9D1AF30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36FB8-7063-49F8-A354-672DAE80DE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1153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A3CFEE-99CD-84F8-1428-213A1AE77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DC9692D-F4B3-D302-8D26-524DC4CC8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C80AC8B-70D1-F4D9-403C-3A73E51EE0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F2DC3DA-E17C-E4A8-D1BD-89038550E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DB63-1D06-498C-B2E4-4C958C00F521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697652E-7FA7-0BEA-A63F-9A793A741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DE88816-DD11-1C54-D07A-3A8892BDC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36FB8-7063-49F8-A354-672DAE80DE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4222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750DDE-34DE-7668-FB98-5BF8C6B6B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CADA1B5-9029-DF44-21A7-813BBE58E2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791DD9C-8395-C0C9-A122-CF0988DBC7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98FF59F-79C5-4EBC-1ED2-5AB4E7F10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DB63-1D06-498C-B2E4-4C958C00F521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5350ECB-A969-53C9-8215-CDC759ABC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981934D-145F-2A0D-DA0C-A080B2D84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36FB8-7063-49F8-A354-672DAE80DE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7163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E9BB6A-2F7D-7D8A-FE5F-36B03641E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9C02828-6F3D-87E6-A6AC-E5BBF1E5C6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3621185-7A5A-E068-2BAD-0D5167AA1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DB63-1D06-498C-B2E4-4C958C00F521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575C10C-8820-C9C5-7265-234F7A2AA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91C2A26-FCA6-ADCD-C5CC-8C51BA090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36FB8-7063-49F8-A354-672DAE80DE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1402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963D5C0-E1FC-362E-E2AC-54E79D065A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2432975-955E-1B0B-F727-209DA06386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D6778E-EFF1-AAE0-C9FC-3FE823B18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DB63-1D06-498C-B2E4-4C958C00F521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0272D2-FA44-C76C-582F-D522B5435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7382F96-5674-5B07-4BBD-B00CBACEA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36FB8-7063-49F8-A354-672DAE80DE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6393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A9ABE05-C122-7031-B50A-C5114587E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F4106D5-6DA3-9B1B-BC1D-B0EABBCCBF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CCCD74-F76C-EB64-7B69-E18930E099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D7DB63-1D06-498C-B2E4-4C958C00F521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283D7D-F74A-10E4-6D64-5584E11912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772EED-D6BF-0EC7-F43D-2CE63F0D6B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636FB8-7063-49F8-A354-672DAE80DE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7480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F5F19-C9D7-5F45-C22F-B978C6ECB4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6BB9DE3-D472-879F-D85D-900923AA90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06443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2F70AF9-F8A6-66EE-F711-6818AB3F1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884" y="0"/>
            <a:ext cx="48642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936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BAF234B-B726-ED44-D0E5-6BD9C6AF0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072" y="423443"/>
            <a:ext cx="9173855" cy="6011114"/>
          </a:xfrm>
          <a:prstGeom prst="rect">
            <a:avLst/>
          </a:prstGeom>
        </p:spPr>
      </p:pic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45D60B6B-52CB-B73E-7A07-DE2FB3899BCD}"/>
              </a:ext>
            </a:extLst>
          </p:cNvPr>
          <p:cNvSpPr/>
          <p:nvPr/>
        </p:nvSpPr>
        <p:spPr>
          <a:xfrm>
            <a:off x="3273880" y="767443"/>
            <a:ext cx="1159328" cy="44087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吹き出し: 角を丸めた四角形 4">
            <a:extLst>
              <a:ext uri="{FF2B5EF4-FFF2-40B4-BE49-F238E27FC236}">
                <a16:creationId xmlns:a16="http://schemas.microsoft.com/office/drawing/2014/main" id="{B09609A9-08BD-AA98-1527-99C2A9805D55}"/>
              </a:ext>
            </a:extLst>
          </p:cNvPr>
          <p:cNvSpPr/>
          <p:nvPr/>
        </p:nvSpPr>
        <p:spPr>
          <a:xfrm>
            <a:off x="4269920" y="2024743"/>
            <a:ext cx="2588079" cy="987878"/>
          </a:xfrm>
          <a:prstGeom prst="wedgeRoundRectCallout">
            <a:avLst>
              <a:gd name="adj1" fmla="val -60917"/>
              <a:gd name="adj2" fmla="val -127843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ここをクリック</a:t>
            </a:r>
          </a:p>
        </p:txBody>
      </p:sp>
    </p:spTree>
    <p:extLst>
      <p:ext uri="{BB962C8B-B14F-4D97-AF65-F5344CB8AC3E}">
        <p14:creationId xmlns:p14="http://schemas.microsoft.com/office/powerpoint/2010/main" val="686093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E0F82CE-6775-2A83-D43D-D1BDA2001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019" y="785443"/>
            <a:ext cx="9211961" cy="528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424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BDA40F64-CD29-91C7-2B1A-1B868CB78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125" y="756864"/>
            <a:ext cx="9135750" cy="534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260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</Words>
  <Application>Microsoft Office PowerPoint</Application>
  <PresentationFormat>ワイド画面</PresentationFormat>
  <Paragraphs>1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SCMCC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越智 統</dc:creator>
  <cp:lastModifiedBy>越智 統</cp:lastModifiedBy>
  <cp:revision>1</cp:revision>
  <dcterms:created xsi:type="dcterms:W3CDTF">2026-05-26T13:43:59Z</dcterms:created>
  <dcterms:modified xsi:type="dcterms:W3CDTF">2026-05-26T14:06:42Z</dcterms:modified>
</cp:coreProperties>
</file>